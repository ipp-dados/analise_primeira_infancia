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</p:sldIdLst>
  <p:notesMasterIdLst>
    <p:notesMasterId r:id="rId2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notesMaster" Target="notesMasters/notesMaster1.xml"/><Relationship Id="rId27" Type="http://schemas.openxmlformats.org/officeDocument/2006/relationships/presProps" Target="presProps.xml"/><Relationship Id="rId28" Type="http://schemas.openxmlformats.org/officeDocument/2006/relationships/viewProps" Target="viewProps.xml"/><Relationship Id="rId29" Type="http://schemas.openxmlformats.org/officeDocument/2006/relationships/theme" Target="theme/theme1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Abertura (30 s). Duas partes: (1) o eixo Moradia do diagnóstico, com o Cadastro Único da cidade inteira; (2) um dado
pontual do programa Territórios Sociais sobre domicílios com inadequação habitacional e crianças até 72 meses.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de glossário pedido pelo usuário (2026-10-08), antes da Parte 1. Ônus excessivo com aluguel: definição da FJP
(renda familiar de até 3 salários mínimos e aluguel acima de 30% da renda) — o CTPE aplica a sua aproximação no
Cadastro Único; confirmar a redação com a equipe.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infraestrutura (o entorno do domicílio) pesa muito mais que a construção em si: 5,0% × 1,1%.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Mapa de número: novo, pedido para esta apresentação (2026-10-08); vai também para o site (ROADMAP). Contagem -&gt; classes
discretas (convenção do projeto). O número mostra onde está o volume de crianças — onde a ação alcança mais gente.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percentual mostra onde o problema é mais frequente entre as crianças cadastradas do bairro; o número (slide anterior),
onde está o volume. A zona oeste (Santa Cruz, Guaratiba, Campo Grande) aparece nos dois.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problema mais comum das famílias cadastradas não é a casa precária, é a casa cheia e o aluguel caro. Adensamento: limite
de densidade da FJP (mais de 2 por dormitório; o catálogo da equipe dizia "acima de 3" — decisão de 2026-10-06).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Confirmar com a equipe do programa: período das visitas, quais fases/territórios entram na planilha e a relação exata
com o Casa Carioca (o Casa Carioca usa o diagnóstico do Territórios Sociais para escolher as casas — fonte: parecer social
do Casa Carioca, Ação Comunitária).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planilha diz "0 a 5" (o roteiro da reunião dizia 0 a 6): o recorte do deck é até 72 meses, o padrão do projeto.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Leitura para a gestão: a maior parte do problema nesses domicílios depende de saneamento (rede de água e esgoto), não só
de reforma. Mesma direção do Cadastro Único (infraestrutura 5,0% × edilícia 1,1%), em base diferente.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Piso inadequado e falta de pia pesam na primeira infância: a criança pequena passa o dia no chão, e sem pia a higiene
das mãos e dos alimentos fica mais difícil.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CONFIRMAR com a equipe: a deficiência registrada é da criança ou de qualquer morador do domicílio? A planilha traz os
campos no nível do domicílio. Até confirmar, o texto diz "domicílio com registro de deficiência".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Visual (6) e auditiva (11) têm menos de 20 domicílios: sem recorte territorial não identificam ninguém, mas não publicar
esses números por território (regra de privacidade do projeto, contagem mínima de 20).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Mapa recebido pronto da equipe do programa (2026-10-08, apresentacao/variantes/moradia/mapa_moradia_ts.jpeg). Um ponto por
domicílio. Leitura visual: aglomerado em Santa Cruz; pontos na zona norte (Inhaúma, Méier, Tijuca), Centro, Guaratiba e
zona sul (favelas). O título da imagem diz "0 a 5 anos" (= até 72 meses).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Revisto a pedido do usuário (2026-10-08): limites e próximos passos do ponto de vista metodológico, sem itens do roadmap
do site e sem menção ao total geral do programa (essa planilha não existirá).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24</Slides>
  <Notes>24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Moradia: crianças em domicílios inadequados</dc:title>
  <dc:subject>PptxGenJS Presentation</dc:subject>
  <dc:creator>Created by Marp</dc:creator>
  <cp:lastModifiedBy>Created by Marp</cp:lastModifiedBy>
  <cp:revision>1</cp:revision>
  <dcterms:created xsi:type="dcterms:W3CDTF">2026-10-08T17:36:24Z</dcterms:created>
  <dcterms:modified xsi:type="dcterms:W3CDTF">2026-10-08T17:36:24Z</dcterms:modified>
</cp:coreProperties>
</file>