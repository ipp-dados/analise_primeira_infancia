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Apresentação curta, só do eixo Alimentação: peso ao nascer, estado nutricional das crianças acompanhadas
pela saúde e um dado pontual sobre insegurança alimentar.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o eixo combina um indicador de nascimento (todos os nascidos vivos) com o acompanhamento nutricional da atenção
básica. São bases diferentes: não somar nem comparar diretamente.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Baixo peso ao nascer é indicador de saúde da gestação (pré-natal, nutrição da gestante, prematuridade), por isso entra no
eixo Alimentação. Série estável em torno de 9-10%.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Contagem absoluta -&gt; classes discretas (convenção do projeto).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Percentual = nascidos com baixo peso ÷ nascidos vivos do bairro (mesma base). Em bairro com poucos nascimentos, um ou dois
casos mudam muito o percentual: não ler os extremos como prioridade sem olhar o número.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Indicador peso-para-idade do SISVAN. 2026 é ano parcial: fica fora do gráfico do deck. Percentuais recalculados das
contagens (o site mostra 2023 como 3,7%, erro da coluna de % da origem; pelas contagens, 5,7%). O número de crianças acompanhadas cresceu muito
desde 2008 (cobertura do sistema), o que também mexe nos percentuais.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Leitura para a gestão: entre as crianças acompanhadas, o excesso de peso já pesa mais que o baixo peso para a idade.
Percentuais recalculados das contagens (o site mostra a obesidade de 2009 como 0,07%, erro da coluna de % da origem).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 ad hoc (apresentacao/variantes/alimentacao_adhoc/). Só nesta apresentação: dado pontual não vai para o relatório nem
para a versão final do site (constitution §3). Confirmar com a equipe: programa/fonte, data, o que é "fase de expansão" e
como foi medida a insegurança alimentar (escala, ex. EBIA). A leitura das CAPs é visual (mapa de calor, sem números).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Achado interno (não falar): duas colunas de % publicadas do SISVAN têm erro na origem (desnutrição 2023, obesidade 2009);
os números deste deck são recalculados de contagem ÷ total. Pendente de correção no analise.py (ROADMAP).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do eixo numa só tabela, para consulta. O dado pontual de insegurança alimentar não entra: não tem números.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Alimentação: peso ao nascer e estado nutricional das crianças</dc:title>
  <dc:subject>PptxGenJS Presentation</dc:subject>
  <dc:creator>Created by Marp</dc:creator>
  <cp:lastModifiedBy>Created by Marp</cp:lastModifiedBy>
  <cp:revision>1</cp:revision>
  <dcterms:created xsi:type="dcterms:W3CDTF">2026-10-06T18:08:46Z</dcterms:created>
  <dcterms:modified xsi:type="dcterms:W3CDTF">2026-10-06T18:08:46Z</dcterms:modified>
</cp:coreProperties>
</file>