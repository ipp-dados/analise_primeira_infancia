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Apresentação curta, só do eixo Inclusão, com os dados novos do Cadastro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o eixo deixou de depender de uma extração pontual; agora sai da mesma base que alimenta o resto do diagnóstico e será atualizado a cada nova extração.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números da aba Inclusão do site. Famílias e crianças quase coincidem: em geral, uma criança com deficiência por família.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Surdez, cegueira e baixa visão são grupos pequenos na cidade: aparecem só no total do município, nunca por bairro (regra de proteção de dados do Cadastro Único).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acompanha o tamanho do bairro e do cadastro: a Zona Oeste concentra crianças cadastradas. Para comparar bairros, o próximo slide usa o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Percentual = crianças com deficiência ÷ crianças cadastradas do bairro (mesma base). Cautela: o registro depende de diagnóstico e de acesso ao cadastro; diferenças pequenas entre bairros não são conclusivas. Bairro atribuído pelo CEP da família (correspondência CEP-bairro do CTPE); crianças com CEP fora da correspondência entram só no total do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para a gestão: a maior parte das famílias com criança com deficiência não recebe o BPC por deficiência. Elegibilidade (renda, avaliação) não está no cadastro -- não dá para dizer quantas teriam direito.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Interno (não falar sem a revisão do usuário): a extração pontual de agosto de 2026 tinha 25.995 crianças de 0 a 6 anos com deficiência; a extração rotineira tem 7.919 de 0 a 5. A faixa de 6 anos não explica a diferença -- pendente de revisão (ROADMAP).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eixo numa só tabela, para consulta. Mesmos valores das tabelas da aba Inclusão do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Inclusão: crianças com deficiência no Cadastro Único</dc:title>
  <dc:subject>PptxGenJS Presentation</dc:subject>
  <dc:creator>Created by Marp</dc:creator>
  <cp:lastModifiedBy>Created by Marp</cp:lastModifiedBy>
  <cp:revision>1</cp:revision>
  <dcterms:created xsi:type="dcterms:W3CDTF">2026-10-06T17:48:57Z</dcterms:created>
  <dcterms:modified xsi:type="dcterms:W3CDTF">2026-10-06T17:48:57Z</dcterms:modified>
</cp:coreProperties>
</file>