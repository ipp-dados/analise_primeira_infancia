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Apresentação curta, só do eixo Direito ao Brincar: hoje, o único dado do eixo é a violência no território.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 eixo é novo (7º eixo, 2026-09-28) e ainda tem um só indicador. A apresentação mostra o que há e pede apoio para o
que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mapa do slide "O território onde a criança brinca" do deck principal (teto de Tukey; o Centro fica com a cor máxima).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Taxa publicada pelo Data.Rio (indicador do Índice de Progresso Social, não citado no deck -- slide_revision D12). Unidade
da taxa a confirmar na ficha do indicador antes de dizer "por 100 mil".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fonte e mesma ressalva de unidade do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pedido do slide "Eixos incompletos" do deck principal. Os itens de equipamentos são sugestão do IPP, a revisar com a
equipe (o catálogo de indicadores ainda não os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eixo numa só tabela, para consulta. Mesmos valores da tabela do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Direito ao Brincar: o território onde a criança vive</dc:title>
  <dc:subject>PptxGenJS Presentation</dc:subject>
  <dc:creator>Created by Marp</dc:creator>
  <cp:lastModifiedBy>Created by Marp</cp:lastModifiedBy>
  <cp:revision>1</cp:revision>
  <dcterms:created xsi:type="dcterms:W3CDTF">2026-10-06T18:09:18Z</dcterms:created>
  <dcterms:modified xsi:type="dcterms:W3CDTF">2026-10-06T18:09:18Z</dcterms:modified>
</cp:coreProperties>
</file>