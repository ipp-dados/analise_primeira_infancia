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(1 min). Apresentar o IPP e o objetivo da conversa: mostrar o que já temos e pedir ajuda para completar o retrato.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não é mais um relatório; é uma base comum para planejar e acompanhar a política -- e que mostra a cidade por partes, não só a média.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projeto é COM as secretarias, não SOBRE elas. Convidar desde já a sugerir indicadores e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de gráficos e mapas saem da estrutura do relatório (estrutura_eixos.md).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extremos: cerca de Tukey (1,5 x intervalo interquartil), a mesma regra do site. Os bairros acima da cerca estão nomeados na nota do rodapé.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R$ 218 por pessoa é a linha de pobreza do Bolsa Família (desde 2023); de R$ 218 a meio salário mínimo é baixa renda.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(slide_revision). As três faixas são as mesmas da mortalidade neonatal precoce, tardia e pós-neonatal.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Pedido do usuário (2026-09-29): mãe e pai numa linha só (soma dos dois vínculos; o Tabnet não permite deduplicar
a notificação que cita os dois). Os vínculos separados e "outros" seguem no site e no relatório.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Pedido do usuário (2026-09-29): um mapa só, mãe + pai somados (antes, dois mapas por vínculo). Contagem absoluta -&gt;
classes discretas (convenção do projeto). Os mapas por vínculo e a taxa por bairro e por RA estão no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(specs/2026-09-29_dados_adhoc, só acréscimo; o slide único de Inclusão e Moradia foi dividido em dois a
pedido do usuário). Cobertura do BPC = crianças com BPC ÷ crianças com deficiência, mesma extração. Os indicadores do
catálogo (famílias com criança com deficiência, tipo de deficiência) seguem pendentes. Sai quando a extração
automatizada substituir a pontual (ROADMAP).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(specs/2026-09-29_dados_adhoc): os 5 destaques do site (cartões de Moradia), só as crianças de 0 a 6 anos
(0 a 3 + 4 a 6 da mesma extração). Sai quando a extração automatizada substituir a pontual (ROADMAP).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(slide_revision). Retoma o antigo slide de indicadores pendentes: o que falta e o que as secretarias podem trazer.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(slide_revision); revisto em 2026-09-29 a pedido do usuário: "eixos pendentes", mensagem genérica
(necessidade de mais dados primários) e os mapeamentos afetivos anteriores da Prefeitura como referência. É proposta,
não compromisso -- apresentar como pergunta às secretarias. Convite: quem já coleta algo sobre esses temas? Que
pesquisa faria sentido?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DEMONSTRAÇÃO AO VIVO (3-4 min; slide genérico, sem link nem QR code -- pedido do usuário, 2026-09-29):
1. Visão geral: Introdução e panorama (mapa de crianças por bairro; alternar Bairro / AP / RP).
2. Aba Prioridade: mortalidade infantil por bairro -- passar o mouse num bairro (tooltip), alternar Taxa / Óbitos.
3. Um gráfico: "Ver dados em tabela" e baixar o CSV.
4. Aba Inclusão: indicadores "em desenvolvimento" -- gancho para a chamada.
5. Celular: mostrar o mesmo site numa tela estreita.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Diagnóstico da Primeira Infância Carioca</dc:title>
  <dc:subject>PptxGenJS Presentation</dc:subject>
  <dc:creator>Created by Marp</dc:creator>
  <cp:lastModifiedBy>Created by Marp</cp:lastModifiedBy>
  <cp:revision>1</cp:revision>
  <dcterms:created xsi:type="dcterms:W3CDTF">2026-09-29T21:09:36Z</dcterms:created>
  <dcterms:modified xsi:type="dcterms:W3CDTF">2026-09-29T21:09:36Z</dcterms:modified>
</cp:coreProperties>
</file>