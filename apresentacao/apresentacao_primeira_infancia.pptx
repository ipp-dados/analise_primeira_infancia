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(1 min). Apresentar o IPP e o objetivo da conversa: mostrar o que já temos e pedir ajuda para completar o retrato.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não é mais um relatório; é uma base comum para planejar e acompanhar a política.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projeto é COM as secretarias, não SOBRE elas. Convidar desde já a sugerir indicadores 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saem da estrutura do relatório (estrutura_eixos.md): indicadores, gráficos e mapas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(3-4 min; se a rede falhar, seguir com este slide):
1. Visão geral: Introdução e panorama (mapa de crianças por bairro; alternar Bairro / AP / RP).
2. Aba Prioridade: mortalidade infantil por bairro -- passar o mouse num bairro (tooltip), alternar Taxa / Óbitos.
3. Um gráfico: "Ver dados em tabela" e baixar o CSV.
4. Aba Inclusão: indicadores "em desenvolvimento" -- gancho para a chamada.
5. Celular: abrir pelo QR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da Primeira Infância Carioca</dc:title>
  <dc:subject>PptxGenJS Presentation</dc:subject>
  <dc:creator>Created by Marp</dc:creator>
  <cp:lastModifiedBy>Created by Marp</cp:lastModifiedBy>
  <cp:revision>1</cp:revision>
  <dcterms:created xsi:type="dcterms:W3CDTF">2026-09-28T22:35:25Z</dcterms:created>
  <dcterms:modified xsi:type="dcterms:W3CDTF">2026-09-28T22:35:25Z</dcterms:modified>
</cp:coreProperties>
</file>