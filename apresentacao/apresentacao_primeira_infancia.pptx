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saem da estrutura do relatório (estrutura_eixos.md): indicadores, gráficos e mapas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2026-09-28T21:30:43Z</dcterms:created>
  <dcterms:modified xsi:type="dcterms:W3CDTF">2026-09-28T21:30:43Z</dcterms:modified>
</cp:coreProperties>
</file>