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 -- e que mostra a cidade por partes, não só a média.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de gráficos e mapas saem da estrutura do relatório (estrutura_eixos.md).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extremos: cerca de Tukey (1,5 x intervalo interquartil), a mesma regra do site. Os bairros acima da cerca estão nomeados na nota do rodapé.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R$ 218 por pessoa é a linha de pobreza do Bolsa Família (desde 2023); de R$ 218 a meio salário mínimo é baixa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As três faixas são as mesmas da mortalidade neonatal precoce, tardia e pós-neonatal.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 D7, revista em 2026-09-29: sem soma de vínculos, que contaria notificações em dobro).
Contagem absoluta -&gt; classes discretas (convenção do projeto). "Outros vínculos" por bairro só existe acumulado em
2021-2025 (poucos casos por ano); a taxa por bairro e por RA está no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(specs/2026-09-29_dados_adhoc, só acréscimo; o slide único de Inclusão e Moradia foi dividido em dois a
pedido do usuário). Cobertura do BPC = crianças com BPC ÷ crianças com deficiência, mesma extração. Os indicadores do
catálogo (famílias com criança com deficiência, tipo de deficiência) seguem pendentes. Sai quando a extração
automatizada substituir a pontual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(specs/2026-09-29_dados_adhoc): os 5 destaques do site (cartões de Moradia), só as crianças de 0 a 6 anos
(0 a 3 + 4 a 6 da mesma extração). Sai quando a extração automatizada substituir a pontual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Retoma o antigo slide de indicadores pendentes: o que falta e o que as secretarias podem trazer.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Dois eixos distintos, uma mesma sugestão: pesquisa primária. É proposta, não compromisso -- apresentar como pergunta às secretarias. Convite: quem já coleta algo sobre esses temas? Que pesquisa faria sentido?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se a rede falhar, seguir com este slide):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abrir pelo QR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2026-09-29T20:44:24Z</dcterms:created>
  <dcterms:modified xsi:type="dcterms:W3CDTF">2026-09-29T20:44:24Z</dcterms:modified>
</cp:coreProperties>
</file>