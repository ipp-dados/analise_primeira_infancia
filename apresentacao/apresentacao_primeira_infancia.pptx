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Apresentar o IPP e o objetivo da conversa: mostrar o que já temos e pedir ajuda para completar o retrato.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não é mais um relatório; é uma base comum para planejar e acompanhar a política -- e que mostra a cidade por partes, não só a média.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central: o projeto é COM as secretarias, não SOBRE elas. Convidar desde já a sugerir indicadores 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de gráficos e mapas saem da estrutura do relatório (estrutura_eixos.md).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extremos: cerca de Tukey (1,5 x intervalo interquartil), a mesma regra do site. Os bairros acima da cerca estão nomeados na nota do rodapé.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R$ 218 por pessoa é a linha de pobreza do Bolsa Família (desde 2023); de R$ 218 a meio salário mínimo é baixa renda.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 (slide_revision). As três faixas são as mesmas da mortalidade neonatal precoce, tardia e pós-neonatal.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 (slide_revision D7, revista em 2026-09-29: sem soma de vínculos, que contaria notificações em dobro).
Contagem absoluta -&gt; classes discretas (convenção do projeto). "Outros vínculos" por bairro só existe acumulado em
2021-2025 (poucos casos por ano); a taxa por bairro e por RA está no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 (slide_revision). Retoma o antigo slide de indicadores pendentes: o que falta e o que as secretarias podem trazer.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novo (slide_revision). Dois eixos distintos, uma mesma sugestão: pesquisa primária. É proposta, não compromisso -- apresentar como pergunta às secretarias. Convite: quem já coleta algo sobre esses temas? Que pesquisa faria sentido?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AO VIVO (3-4 min; se a rede falhar, seguir com este slide):
1. Visão geral: Introdução e panorama (mapa de crianças por bairro; alternar Bairro / AP / RP).
2. Aba Prioridade: mortalidade infantil por bairro -- passar o mouse num bairro (tooltip), alternar Taxa / Óbitos.
3. Um gráfico: "Ver dados em tabela" e baixar o CSV.
4. Aba Inclusão: indicadores "em desenvolvimento" -- gancho para a chamada.
5. Celular: abrir pelo QR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da Primeira Infância Carioca</dc:title>
  <dc:subject>PptxGenJS Presentation</dc:subject>
  <dc:creator>Created by Marp</dc:creator>
  <cp:lastModifiedBy>Created by Marp</cp:lastModifiedBy>
  <cp:revision>1</cp:revision>
  <dcterms:created xsi:type="dcterms:W3CDTF">2026-09-29T18:59:14Z</dcterms:created>
  <dcterms:modified xsi:type="dcterms:W3CDTF">2026-09-29T18:59:14Z</dcterms:modified>
</cp:coreProperties>
</file>