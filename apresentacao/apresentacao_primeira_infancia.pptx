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 -- e que mostra a cidade por partes, não só a média.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projeto é COM as secretarias, não SOBRE elas. Convidar desde já a sugerir indicadores 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de gráficos e mapas saem da estrutura do relatório (estrutura_eixos.md).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extremos: cerca de Tukey (1,5 x intervalo interquartil), a mesma regra do site. Os bairros acima da cerca estão nomeados na nota do rodapé.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R$ 218 por pessoa é a linha de pobreza do Bolsa Família (desde 2023); de R$ 218 a meio salário mínimo é baixa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As três faixas são as mesmas da mortalidade neonatal precoce, tardia e pós-neonatal.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do usuário (2026-09-29): mãe e pai numa linha só (soma dos dois vínculos; o Tabnet não permite deduplicar
a notificação que cita os dois). Os vínculos separados e "outros" seguem no site e no relatório.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do usuário (2026-09-29): um mapa só, mãe + pai somados (antes, dois mapas por vínculo). Contagem absoluta -&gt;
classes discretas (convenção do projeto). Os mapas por vínculo e a taxa por bairro e por RA estão no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(specs/2026-09-29_dados_adhoc, só acréscimo; o slide único de Inclusão e Moradia foi dividido em dois a
pedido do usuário). Cobertura do BPC = crianças com BPC ÷ crianças com deficiência, mesma extração. Os indicadores do
catálogo (famílias com criança com deficiência, tipo de deficiência) seguem pendentes. Sai quando a extração
automatizada substituir a pontual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(specs/2026-09-29_dados_adhoc): os 5 destaques do site (cartões de Moradia), só as crianças de 0 a 6 anos
(0 a 3 + 4 a 6 da mesma extração). Sai quando a extração automatizada substituir a pontual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Retoma o antigo slide de indicadores pendentes: o que falta e o que as secretarias podem trazer.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(slide_revision); revisto em 2026-09-29 a pedido do usuário: "eixos pendentes", mensagem genérica
(necessidade de mais dados primários) e os mapeamentos afetivos anteriores da Prefeitura como referência. É proposta,
não compromisso -- apresentar como pergunta às secretarias. Convite: quem já coleta algo sobre esses temas? Que
pesquisa faria sentido?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slide genérico, sem link nem QR code -- pedido do usuário, 2026-09-29):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mostrar o mesmo site numa tela estreita.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2026-09-30T13:25:28Z</dcterms:created>
  <dcterms:modified xsi:type="dcterms:W3CDTF">2026-09-30T13:25:28Z</dcterms:modified>
</cp:coreProperties>
</file>